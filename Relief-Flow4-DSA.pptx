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Roboto Ligh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37387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RELIEF-FLOW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031412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Real-Time Emergency Triage, Dynamic Routing &amp; Multi-Depot Resource Optimization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89671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Key highlights: Rabin-Karp Hash Deduplication • Max-Heap Priority Queue • Min-Cost Max-Flow (MCMF) Logistics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1045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Executive Summary &amp; System Overview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057797"/>
            <a:ext cx="3053877" cy="2613918"/>
          </a:xfrm>
          <a:prstGeom prst="roundRect">
            <a:avLst>
              <a:gd name="adj" fmla="val 30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25315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Triage Problem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2661841"/>
            <a:ext cx="266316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    Critical bottlenecks: redundant incident reports, chaotic dispatch priorities, and supply chain friction across multiple depots during peak disaster surges.       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057797"/>
            <a:ext cx="3053976" cy="2613918"/>
          </a:xfrm>
          <a:prstGeom prst="roundRect">
            <a:avLst>
              <a:gd name="adj" fmla="val 30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253159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Proposed Solution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2661841"/>
            <a:ext cx="266326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    An algorithmic platform that ingests live streams, removes duplicates, prioritizes urgent missions, and computes optimal multi-warehouse distribution plans in real time.       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86072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505608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Architecture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464770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Panel 1 — Triage &amp; Deduplication; Panel 2 — Graph Routing &amp; Logistics Optimization. Modular, pipelined, and resilient to peak loads.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4926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1 — Real-Time Triage &amp; Deduplication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96605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Focus: Stream processing and hash indexing to eliminate redundant reports before they contaminate downstream pipelines. Rabin-Karp rolling hash computes polynomial signatures for each incoming message in O(N) time for string matching.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Outcome: Duplicate distress calls are identified via constant-time lookup in a maintained hash set, preventing alert storms and ensuring the triage queue remains meaningful under surge conditions.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1287" y="137220"/>
            <a:ext cx="4388931" cy="65835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1159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1 — Max-Heap Priority Queue Engine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61475" y="1982688"/>
            <a:ext cx="629686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Focus: Immediate mission dispatch using a binary max-heap. Each incident is assigned a dynamic urgency score (keywords: flood, trauma, critical; location, victim count, time-sensitivity).   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3047504"/>
            <a:ext cx="6296860" cy="1386185"/>
          </a:xfrm>
          <a:prstGeom prst="roundRect">
            <a:avLst>
              <a:gd name="adj" fmla="val 5548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9928" y="3255963"/>
            <a:ext cx="587995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Mechanics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9928" y="3648373"/>
            <a:ext cx="5879953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Root extraction provides the highest-urgency mission for dispatch (effectively O(1) for access; O(log N) for reheapify after updates).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1475" y="4610993"/>
            <a:ext cx="6296860" cy="1674614"/>
          </a:xfrm>
          <a:prstGeom prst="roundRect">
            <a:avLst>
              <a:gd name="adj" fmla="val 4593"/>
            </a:avLst>
          </a:prstGeom>
          <a:solidFill>
            <a:srgbClr val="050505"/>
          </a:solidFill>
          <a:ln w="25399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928" y="4819452"/>
            <a:ext cx="587995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Operational Notes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9928" y="5211862"/>
            <a:ext cx="587995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Scores are updated with real-time telemetry: sensor readings, field confirmations, and incoming nurse/ responder reports — enabling preemptive reordering of the heap.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54926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2 — Graph Network &amp; Spatial Topology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996605"/>
            <a:ext cx="6296860" cy="2329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Focus: Spatial model representing 15 nodes across the Hyderabad region — 5 multi-depot supply warehouses and 10 affected sectors. Nodes and weighted edges encode travel time, road capacity, and current hazard status.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Mapping Engine: Interactive OpenStreetMap canvas supports live edge toggles, overlayed polylines, and on-the-fly cost adjustments for damaged or congested roads.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5433" y="128389"/>
            <a:ext cx="4400638" cy="66011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0999"/>
            <a:ext cx="6296860" cy="1605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2 — A* Pathfinding with Dynamic Obstacle Avoidance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661475" y="2384227"/>
            <a:ext cx="6296860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Focus: Real-time navigation for field assets. A* evaluates f(n)=g(n)+h(n) where g(n) is accumulated travel cost and h(n) is an admissible heuristic (e.g., Euclidean or time-based estimate).   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334258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3614638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3738364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Dynamic Reroute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61475" y="4099024"/>
            <a:ext cx="629686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Field agents and sensors flag blocked edges; the planner recalculates paths incrementally to avoid delays.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4905077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5177135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530086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Cost Adaptation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61475" y="5661521"/>
            <a:ext cx="629686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Edge weights update from live telemetry (flood depth, passability score, clearance time), keeping heuristics admissible and performant.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55630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2 — Min-Cost Max-Flow (MCMF) Resource Allocation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594298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Focus: Multi-depot logistics optimization maximizing relief throughput while minimizing transit cost and latency.  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Practical outcome: Feasible shipment schedules that respect depot capacities, road constraints, and priority weights for critical sectors — solved iteratively until flow saturates or demand is met.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6921" y="130671"/>
            <a:ext cx="4397662" cy="65966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08822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Panel 2 — 0/1 Knapsack Vehicle Payload Optimization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61475" y="2122488"/>
            <a:ext cx="6296860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   Focus: Vehicle capacity planning using dynamic programming. Each relief item (medical kit, food ration, water pallet) has weight and utility value; solution selects a binary combination to maximize total utility under strict weight limits.   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61475" y="3106539"/>
            <a:ext cx="6296860" cy="1533029"/>
          </a:xfrm>
          <a:prstGeom prst="roundRect">
            <a:avLst>
              <a:gd name="adj" fmla="val 477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2048" y="3287117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Implementation Notes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2048" y="3655616"/>
            <a:ext cx="5935712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DP matrix computed per vehicle type; heuristics prune low-utility combinations for large item sets to maintain sub-second packing decisions in-field.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61475" y="4800203"/>
            <a:ext cx="6296860" cy="1265238"/>
          </a:xfrm>
          <a:prstGeom prst="roundRect">
            <a:avLst>
              <a:gd name="adj" fmla="val 578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2048" y="4980781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Operational Benefit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2048" y="5349280"/>
            <a:ext cx="593571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Maximizes relief delivered per trip, reduces wasted runs, and aligns payloads with prioritized mission types (medical-first, water-first, mixed).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696119"/>
            <a:ext cx="10779153" cy="46482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31583" y="446292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O(1) Root Dispatch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1431583" y="3386920"/>
            <a:ext cx="300377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Max-Heap Priority Queue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2321783"/>
            <a:ext cx="2876410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Rabin-Karp Hash Check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124577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Incoming Stream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555704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End-to-end pipeline: streaming ingestion → deduplication → prioritized dispatch → route planning → flow-based allocation → per-vehicle packing. Each stage supplies deterministic guarantees and telemetry-driven feedback to upstream components.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138" y="108446"/>
            <a:ext cx="4427228" cy="66410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1920"/>
            <a:ext cx="6296860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Performance Impact &amp; Conclusion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06413"/>
            <a:ext cx="361743" cy="36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1806575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Duplicate Filtering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61475" y="2099072"/>
            <a:ext cx="629686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99.9% duplicate call filtering via O(1) hash set lookups — preserves triage bandwidth during surges.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25018"/>
            <a:ext cx="361743" cy="361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475" y="3025180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Dispatch Latency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61475" y="3317677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Sub-millisecond root selection and dispatch enabled by optimized max-heap operations and incremental score updates.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48013"/>
            <a:ext cx="361743" cy="3617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1475" y="4448175"/>
            <a:ext cx="629686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Routing &amp; Allocation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61475" y="4740672"/>
            <a:ext cx="6296860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Guaranteed near-optimal path costs through A* with admissible heuristics and provably optimal multi-depot flow from MCMF routines.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61475" y="5274072"/>
            <a:ext cx="6296860" cy="895846"/>
          </a:xfrm>
          <a:prstGeom prst="roundRect">
            <a:avLst>
              <a:gd name="adj" fmla="val 6785"/>
            </a:avLst>
          </a:prstGeom>
          <a:solidFill>
            <a:srgbClr val="3D3D42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132" y="5434013"/>
            <a:ext cx="180871" cy="1446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31661" y="5420916"/>
            <a:ext cx="568201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Scaling disaster response through algorithmic rigor, resilient pipelines, and live visualization — ready for phased field trials and integration with regional command centers.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2026-10-07T06:16:37Z</dcterms:created>
  <dcterms:modified xsi:type="dcterms:W3CDTF">2026-10-07T06:16:37Z</dcterms:modified>
</cp:coreProperties>
</file>